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24BF8E4-71D8-5144-BD12-393016A0C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" initials="LJ" lastIdx="3" clrIdx="0"/>
  <p:cmAuthor id="2" name="Ludovic Liu" initials="LL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/>
    <p:restoredTop sz="94607"/>
  </p:normalViewPr>
  <p:slideViewPr>
    <p:cSldViewPr showGuides="1">
      <p:cViewPr varScale="1">
        <p:scale>
          <a:sx n="91" d="100"/>
          <a:sy n="91" d="100"/>
        </p:scale>
        <p:origin x="224" y="888"/>
      </p:cViewPr>
      <p:guideLst>
        <p:guide orient="horz" pos="2364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98786-8DB6-F04C-9F57-77556B8E1BF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EE2F-51E3-E245-8187-288F33EED69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Good morning everyone, and welcome to our presentation on the current initiative.</a:t>
            </a:r>
          </a:p>
          <a:p>
            <a:r>
              <a:t>Speaker B: We are sharing this work today to align on the latest findings and next steps for the team.</a:t>
            </a:r>
          </a:p>
          <a:p>
            <a:r>
              <a:t>Speaker A: Over the next few minutes, we will walk through the methodology and the key results we have gathered so far.</a:t>
            </a:r>
          </a:p>
          <a:p>
            <a:r>
              <a:t>Speaker B: That's the key point - focusing on these outcomes will help us decide on the final implementation strategy.</a:t>
            </a:r>
          </a:p>
          <a:p>
            <a:r>
              <a:t>Speaker A: With that context established, let's move directly into the background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Existing reasoning VLAs struggle with high inference latency because they rely on lengthy explicit chain-of-thought traces. Our proposed framework, Fast-ThinkAct, addresses this by enabling compact planning through verbalizable latent reasoning.</a:t>
            </a:r>
          </a:p>
          <a:p>
            <a:r>
              <a:t>Speaker B: That's the key distinction. Instead of generating verbose text steps, we compress the reasoning process while keeping it verbalizable for efficiency.</a:t>
            </a:r>
          </a:p>
          <a:p>
            <a:r>
              <a:t>Speaker A: We distill these latent CoTs from a teacher model using a preference-guided objective to align manipulation trajectories. Experiments show this reduces inference latency by up to 89.3 percent.</a:t>
            </a:r>
          </a:p>
          <a:p>
            <a:r>
              <a:t>Speaker B: Crucially, this speed gain does not come at the cost of capability. The model maintains long-horizon planning and failure recovery in dynamic environments.</a:t>
            </a:r>
          </a:p>
          <a:p>
            <a:r>
              <a:t>Speaker A: So, Fast-ThinkAct delivers efficient embodied control without sacrificing the complex reasoning required for vision-language-action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Looking at the diagram, the Fast-ThinkAct method begins with a teacher model trained on textual reasoning and visual rewards.</a:t>
            </a:r>
          </a:p>
          <a:p>
            <a:r>
              <a:t>Speaker B: This setup distills that heavy reasoning into a student model performing compact latent reasoning to reduce overhead.</a:t>
            </a:r>
          </a:p>
          <a:p>
            <a:r>
              <a:t>Speaker A: A verbalizer then decodes these latents for supervision, allowing the action model to learn directly from the student's visual plan representations.</a:t>
            </a:r>
          </a:p>
          <a:p>
            <a:r>
              <a:t>Speaker B: Crucially, this allows the system to achieve efficient reasoning-enhanced manipulation by streamlining the path from observation to action.</a:t>
            </a:r>
          </a:p>
          <a:p>
            <a:r>
              <a:t>Speaker A: The result is a unified architecture that maintains high-level reasoning capabilities while ensuring fast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Here we present our quantitative evaluation across standard robot manipulation benchmarks. We focus on both success rates and the inference latency required for real-time control.</a:t>
            </a:r>
          </a:p>
          <a:p>
            <a:r>
              <a:t>Speaker B: The bar charts show we outperform existing models like OpenVLA and ThinkAct across every category. This consistency proves robustness in spatial and long-horizon tasks.</a:t>
            </a:r>
          </a:p>
          <a:p>
            <a:r>
              <a:t>Speaker A: Moving to the right, we also compare inference times for three and seven billion parameter models. Our method maintains competitive latency while delivering higher success rates on LIBERO and SimplerEnv.</a:t>
            </a:r>
          </a:p>
          <a:p>
            <a:r>
              <a:t>Speaker B: That balance is critical for deployment, as lower milliseconds directly enable smoother robot manipulation. We achieve superior accuracy without sacrificing the speed needed for real-time applications.</a:t>
            </a:r>
          </a:p>
          <a:p>
            <a:r>
              <a:t>Speaker A: Overall, these results confirm our approach offers both state-of-the-art performance and computational efficiency. This validates the scalability of our method for practical robotic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To validate failure recovery, we combined qualitative corrective guidance in simulation and real robots with quantitative benchmarks on RoboFAC.</a:t>
            </a:r>
          </a:p>
          <a:p>
            <a:r>
              <a:t>Speaker B: This ensures we assess manipulation error recovery capabilities comprehensively across both environments.</a:t>
            </a:r>
          </a:p>
          <a:p>
            <a:r>
              <a:t>Speaker A: The bar chart shows our method achieves the highest success rates in Medium and Average tasks compared to RDT, π₀, and ThinkAct baselines.</a:t>
            </a:r>
          </a:p>
          <a:p>
            <a:r>
              <a:t>Speaker B: And this matters because the 16.5-point gap in the Average category signals a significant performance advantage in recovery effectiveness.</a:t>
            </a:r>
          </a:p>
          <a:p>
            <a:r>
              <a:t>Speaker A: Consequently, we demonstrate clear success rate improvements and robust failure recovery over baseline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begin by comparing reasoning quality, where our verbalized process provides a more compact and accurate alternative to standard teacher models.</a:t>
            </a:r>
          </a:p>
          <a:p>
            <a:r>
              <a:t>Speaker B: That distinction is critical because teacher models often produce redundant sentences or incorrect content during task execution analysis.</a:t>
            </a:r>
          </a:p>
          <a:p>
            <a:r>
              <a:t>Speaker A: Moving to the benchmarks, the bar chart shows Fast-ThinkAct-3B achieving higher scores than Qwen2.5-VL and RoboFAC across both Sim and Real datasets.</a:t>
            </a:r>
          </a:p>
          <a:p>
            <a:r>
              <a:t>Speaker B: Exactly, and the accompanying visual sequences demonstrate how corrective instructions successfully guide the system to resolve physical manipulation failures.</a:t>
            </a:r>
          </a:p>
          <a:p>
            <a:r>
              <a:t>Speaker A: This combination of efficient reasoning and strong benchmark performance validates our approach for complex execution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Moving to our results, Fast-ThinkAct consistently outperforms the base RDT model across diverse manipulation tasks. You can see this in the qualitative comparisons where we handle complex stacking and multi-object placement.</a:t>
            </a:r>
          </a:p>
          <a:p>
            <a:r>
              <a:t>Speaker B: This architecture diagram clarifies why that improvement happens regarding system design. The teacher-student distillation allows the model to leverage textual reasoning for significantly better decision making.</a:t>
            </a:r>
          </a:p>
          <a:p>
            <a:r>
              <a:t>Speaker A: Specifically, we utilize latent representation to refine those decisions before execution begins. Then, spatial key-value integration ensures the action model maintains precise manipulation control during the task.</a:t>
            </a:r>
          </a:p>
          <a:p>
            <a:r>
              <a:t>Speaker B: That integration is crucial for executing the complex semantic instructions visible in the video comparisons. It effectively bridges the gap between high-level reasoning and low-level control.</a:t>
            </a:r>
          </a:p>
          <a:p>
            <a:r>
              <a:t>Speaker A: Ultimately, the architecture validates successful execution where the base model often struggles. This confirms our approach delivers robust performance in real-world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That brings us to the conclusion of our presentation today. We sincerely appreciate your time and attention throughout this session.</a:t>
            </a:r>
          </a:p>
          <a:p>
            <a:r>
              <a:t>Speaker B: We hope the insights shared here provide a strong foundation for your immediate next steps. Thank you for engaging with these ideas so thoroughly.</a:t>
            </a:r>
          </a:p>
          <a:p>
            <a:r>
              <a:t>Speaker A: We are now happy to address any final questions you might have. Thank you very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1716629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3575188"/>
            <a:ext cx="12192001" cy="1143000"/>
          </a:xfrm>
        </p:spPr>
        <p:txBody>
          <a:bodyPr/>
          <a:lstStyle>
            <a:lvl1pPr>
              <a:defRPr b="1">
                <a:solidFill>
                  <a:srgbClr val="194297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2422527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Headline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96912" y="6657628"/>
            <a:ext cx="2844800" cy="200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71797" y="6657628"/>
            <a:ext cx="3860800" cy="173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8272" y="6657625"/>
            <a:ext cx="28448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Fast-ThinkAct: Latent VLA</a:t>
            </a:r>
            <a:endParaRPr kumimoji="1"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Explicit chain-of-thought traces cause high inference latency.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Fast-ThinkAct uses verbalizable latent reasoning for compact planning.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Achieves 89.3 percent latency reduction while maintaining performance.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Fast-ThinkAct Core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d8664a79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339171"/>
            <a:ext cx="7086600" cy="273185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Core Architecture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Distillation Framework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Teacher trains with reasoning and rewards. Student distills latent reasoning. Action model executes from visual plans.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5b1cf137_exp_simpler_lib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161850"/>
            <a:ext cx="7086600" cy="3086498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Benchmark Data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Success &amp; Efficiency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Leads LIBERO and SimplerEnv success rates. Latency confirms efficient inference speeds for real-time control.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f1cfbfd5_few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5956300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Success Rates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Superior Success Rates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Highest success in Medium and Average tasks. Beats RDT, π₀, ThinkAct. 16.5-point gap shows superior recovery.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b4a49aac_robof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606884"/>
            <a:ext cx="7086600" cy="2196431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RoboFAC Results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Benchmark &amp; Reasoning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Fast-ThinkAct leads on Sim and Real.</a:t>
            </a:r>
            <a:endParaRPr kumimoji="1" lang="en-US" altLang="zh-CN" sz="2200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Reasoning is compact and accurate.</a:t>
            </a:r>
            <a:endParaRPr kumimoji="1" lang="en-US" altLang="zh-CN" sz="2200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Visuals confirm effective error recovery.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d8664a79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339171"/>
            <a:ext cx="7086600" cy="273185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Task Comparison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Superior To Base RDT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Diagram shows latent planning enabling superior stacking and multi-object placement versus base RDT model.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sz="4800" dirty="0">
                <a:solidFill>
                  <a:schemeClr val="bg1"/>
                </a:solidFill>
              </a:rPr>
              <a:t>Thank You!</a:t>
            </a:r>
            <a:endParaRPr kumimoji="1"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IC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黑体</vt:lpstr>
      <vt:lpstr>微软雅黑</vt:lpstr>
      <vt:lpstr>Comic Sans MS</vt:lpstr>
      <vt:lpstr>Calibri</vt:lpstr>
      <vt:lpstr>Arial Unicode MS</vt:lpstr>
      <vt:lpstr>等线</vt:lpstr>
      <vt:lpstr>CNIC</vt:lpstr>
      <vt:lpstr>PowerPoint 演示文稿</vt:lpstr>
      <vt:lpstr>What are Agents?</vt:lpstr>
      <vt:lpstr>When (and when not) to use Agents</vt:lpstr>
      <vt:lpstr>Common Frameworks for Agents</vt:lpstr>
      <vt:lpstr>Building Blocks and Workflows</vt:lpstr>
      <vt:lpstr>Agents in Practice</vt:lpstr>
      <vt:lpstr>Key Principles for Building Effective Agents</vt:lpstr>
      <vt:lpstr>LLM Interaction</vt:lpstr>
      <vt:lpstr>LLM Call Generator and Evaluator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吴炜</cp:lastModifiedBy>
  <cp:revision>35</cp:revision>
  <dcterms:created xsi:type="dcterms:W3CDTF">2026-04-30T11:51:00Z</dcterms:created>
  <dcterms:modified xsi:type="dcterms:W3CDTF">2026-04-30T11:53:04Z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4DA4DB001A1F41158937266F0B7928E7_12</vt:lpwstr>
  </property>
  <property fmtid="{D5CDD505-2E9C-101B-9397-08002B2CF9AE}" pid="3" name="KSOProductBuildVer">
    <vt:lpwstr>2052-12.1.0.25865</vt:lpwstr>
  </property>
</Properties>
</file>