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8"/>
    <p:sldId id="257" r:id="rId9"/>
    <p:sldId id="258" r:id="rId10"/>
    <p:sldId id="259" r:id="rId11"/>
    <p:sldId id="260" r:id="rId12"/>
    <p:sldId id="261" r:id="rId7"/>
    <p:sldId id="262" r:id="rId6"/>
    <p:sldId id="2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24BF8E4-71D8-5144-BD12-393016A0C3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" initials="LJ" lastIdx="3" clrIdx="0"/>
  <p:cmAuthor id="2" name="Ludovic Liu" initials="LL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6"/>
    <p:restoredTop sz="94607"/>
  </p:normalViewPr>
  <p:slideViewPr>
    <p:cSldViewPr showGuides="1">
      <p:cViewPr varScale="1">
        <p:scale>
          <a:sx n="91" d="100"/>
          <a:sy n="91" d="100"/>
        </p:scale>
        <p:origin x="224" y="888"/>
      </p:cViewPr>
      <p:guideLst>
        <p:guide orient="horz" pos="2364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98786-8DB6-F04C-9F57-77556B8E1BF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3EE2F-51E3-E245-8187-288F33EED69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Welcome to our presentation on the functional layout system, where we will walk through the latest design specifications.</a:t>
            </a:r>
          </a:p>
          <a:p>
            <a:r>
              <a:t>Speaker B: That's right, and as the date indicates, this reflects the most current standards effective this quarter.</a:t>
            </a:r>
          </a:p>
          <a:p>
            <a:r>
              <a:t>Speaker A: You'll see our names listed here, representing the joint effort between the design and engineering teams.</a:t>
            </a:r>
          </a:p>
          <a:p>
            <a:r>
              <a:t>Speaker B: Exactly, this shared ownership ensures the technical constraints align with the user experience goals from the start.</a:t>
            </a:r>
          </a:p>
          <a:p>
            <a:r>
              <a:t>Speaker A: With that context established, let's move directly into the core architecture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Our core insight connects diffusion noise to scale-space theory, revealing an information hierarchy across timesteps. This structure mirrors the low-pass filtering hierarchy found in traditional scale-space analysis.</a:t>
            </a:r>
          </a:p>
          <a:p>
            <a:r>
              <a:t>Speaker B: Exactly - because highly noisy states contain no more information than downsampled images. Processing them at full resolution is therefore unnecessary computation.</a:t>
            </a:r>
          </a:p>
          <a:p>
            <a:r>
              <a:t>Speaker A: SSD fuses these scale spaces by starting sampling at lower resolutions and progressively increasing as noise decreases. As the video comparison shows, we avoid the fixed high-resolution cost of standard DDPM.</a:t>
            </a:r>
          </a:p>
          <a:p>
            <a:r>
              <a:t>Speaker B: This efficiency gain is substantial, achieving a 1.58x inference speedup for sixty-four by sixty-four generation. It proves we can reduce latency without altering the underlying diffusion objective.</a:t>
            </a:r>
          </a:p>
          <a:p>
            <a:r>
              <a:t>Speaker A: Ultimately, we match computational cost to information content throughout the generation process. This eliminates wasted computation during the early noisy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begin by mapping the relationship between diffusion timesteps and scale-space theory through these information hierarchy graphs.</a:t>
            </a:r>
          </a:p>
          <a:p>
            <a:r>
              <a:t>Speaker B: Another way to say this is that both systems track how meaningful signal emerges against a background of noise or lower resolution.</a:t>
            </a:r>
          </a:p>
          <a:p>
            <a:r>
              <a:t>Speaker A: As you follow the curve in graph A, the signal-dominated pixel ratio rises steadily over time, contrasting with graph B which demonstrates a quadratic relationship between information and normalized resolution.</a:t>
            </a:r>
          </a:p>
          <a:p>
            <a:r>
              <a:t>Speaker B: This parallel suggests that progressing through diffusion timesteps is mathematically similar to traversing scale spaces.</a:t>
            </a:r>
          </a:p>
          <a:p>
            <a:r>
              <a:t>Speaker A: Consequently, we can leverage scale-space priors to optimize how information is recovered during the diffusion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slide illustrates the training process of the Scale Space Diffusion model, demonstrating how noisy images at varying scales transition to clean images.</a:t>
            </a:r>
          </a:p>
          <a:p>
            <a:r>
              <a:t>Speaker B: Exactly, the model operates across multiple scales with resolutions ranging from sixteen to one hundred twenty eight pixels.</a:t>
            </a:r>
          </a:p>
          <a:p>
            <a:r>
              <a:t>Speaker A: During forward sampling, active and inactive layers are indicated to manage the resolution change diffusion steps shown in this sequence.</a:t>
            </a:r>
          </a:p>
          <a:p>
            <a:r>
              <a:t>Speaker B: And this visual sequence demonstrates how resolution change diffusion steps occur across the training pipeline.</a:t>
            </a:r>
          </a:p>
          <a:p>
            <a:r>
              <a:t>Speaker A: Ultimately, this varying resolution approach allows the network to handle image details at different structural levels within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Here we define the core mechanism where Scale Space Diffusion maps a scalar value directly to a matrix-based linear operator.</a:t>
            </a:r>
          </a:p>
          <a:p>
            <a:r>
              <a:t>Speaker B: That fundamental mapping is critical because it enables the transition from standard diffusion processes to our scale space formulations.</a:t>
            </a:r>
          </a:p>
          <a:p>
            <a:r>
              <a:t>Speaker A: Looking at the diagram, the operator functions as any linear operator, though we specifically demonstrate it here as a resize operator to visualize the scale change.</a:t>
            </a:r>
          </a:p>
          <a:p>
            <a:r>
              <a:t>Speaker B: Exactly, and this flexibility supports diverse mathematical formulations for the marginal distributions shown in the equation.</a:t>
            </a:r>
          </a:p>
          <a:p>
            <a:r>
              <a:t>Speaker A: So ultimately, this operator definition allows us to generalize the diffusion process beyond standard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Turning to our quantitative evaluation, Table 2 shows that SSD achieves comparable FID scores to baselines like DDPM-ε while substantially lowering training time.</a:t>
            </a:r>
          </a:p>
          <a:p>
            <a:r>
              <a:t>Speaker B: That efficiency stems from the model relationship, where DDPM-x₀ is effectively a special case of SSD known as SSD with one level.</a:t>
            </a:r>
          </a:p>
          <a:p>
            <a:r>
              <a:t>Speaker A: Because of this, we save substantial training compute on the CelebA dataset without compromising the quality you see in the generation samples.</a:t>
            </a:r>
          </a:p>
          <a:p>
            <a:r>
              <a:t>Speaker B: And this matters because the efficiency gains increase significantly at higher resolutions and when using more levels.</a:t>
            </a:r>
          </a:p>
          <a:p>
            <a:r>
              <a:t>Speaker A: Ultimately, SSD delivers consistent performance with much lower computational cost across different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find that SSD generalizes DDPM-x0 as a special case, saving substantial training compute while maintaining comparable FID scores.</a:t>
            </a:r>
          </a:p>
          <a:p>
            <a:r>
              <a:t>Speaker B: Right, and the animation reinforces this by showing progressive enhancement from abstract patterns to recognizable portraits without losing detail.</a:t>
            </a:r>
          </a:p>
          <a:p>
            <a:r>
              <a:t>Speaker A: Beyond quality, the charts show information scales quadratically with resolution, resulting in substantially lower training time.</a:t>
            </a:r>
          </a:p>
          <a:p>
            <a:r>
              <a:t>Speaker B: This means efficiency gains increase at higher resolutions, driven by the signal-dominated pixel ratio growing over timesteps.</a:t>
            </a:r>
          </a:p>
          <a:p>
            <a:r>
              <a:t>Speaker A: Ultimately, this delivers baseline performance with a much more scalable and resource-efficient training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brings us to the conclusion of our presentation today.</a:t>
            </a:r>
          </a:p>
          <a:p>
            <a:r>
              <a:t>Speaker B: Exactly - we want to express our sincere gratitude for your time and attention throughout this session.</a:t>
            </a:r>
          </a:p>
          <a:p>
            <a:r>
              <a:t>Speaker A: Thank you for joining us, and we are happy to take any questions you might have.</a:t>
            </a:r>
          </a:p>
          <a:p>
            <a:r>
              <a:t>Speaker B: Please feel free to reach out to us afterward if you need further clarification.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1716629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3575188"/>
            <a:ext cx="12192001" cy="1143000"/>
          </a:xfrm>
        </p:spPr>
        <p:txBody>
          <a:bodyPr/>
          <a:lstStyle>
            <a:lvl1pPr>
              <a:defRPr b="1">
                <a:solidFill>
                  <a:srgbClr val="194297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2422527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en-US" altLang="zh-CN" dirty="0"/>
              <a:t>Headline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96912" y="6657628"/>
            <a:ext cx="2844800" cy="200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71797" y="6657628"/>
            <a:ext cx="3860800" cy="173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48272" y="6657625"/>
            <a:ext cx="2844800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 Space Diffusion</a:t>
            </a:r>
            <a:endParaRPr kumimoji="1"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83176" y="1007723"/>
            <a:ext cx="7086600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SSD vs. DDPM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Resolution Progression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SSD begins low-res, progressing upward. DDPM stays full-res. This yields a 1.58x inference speedup over DDPM.</a:t>
            </a:r>
            <a:endParaRPr kumimoji="1" lang="en-US" altLang="zh-C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evt="onBegin"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00f59389_info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03300"/>
            <a:ext cx="6536065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Diffusion Scale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Information Hierarchy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Signal ratio rises over timestep. Quadratic info vs resolution. Visuals show progression across scales.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abfb837c_train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03300"/>
            <a:ext cx="6627442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SSD Training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Resolution &amp; Layers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Noisy inputs become clean across scales 16-128. Active and inactive layers manage resolution changes.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fa6a1196_mar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2034052"/>
            <a:ext cx="7086600" cy="1342094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SSD Formulation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Operator Mapping Logic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Maps scalar $a_t$ to matrix operator $M_{1:t}$. Diagram shows shift via resize. Enables diverse marginal distributions.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3aa5eec8_results_fi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03300"/>
            <a:ext cx="5264561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SSD Performance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Efficiency &amp; FID Scores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Note lower training hours vs DDPM in table.
FID scores stay comparable on CelebA.
Gains grow with resolution levels.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83176" y="1007723"/>
            <a:ext cx="7086600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Visual Results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Visual Progression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Shows transition from abstract patterns to portraits. Demonstrates progressive resolution enhancement in generation.</a:t>
            </a:r>
            <a:endParaRPr kumimoji="1" lang="en-US" altLang="zh-C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evt="onBegin"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sz="4800" dirty="0">
                <a:solidFill>
                  <a:schemeClr val="bg1"/>
                </a:solidFill>
              </a:rPr>
              <a:t>Thank You!</a:t>
            </a:r>
            <a:endParaRPr kumimoji="1" lang="zh-CN" alt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NIC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WPS 演示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黑体</vt:lpstr>
      <vt:lpstr>微软雅黑</vt:lpstr>
      <vt:lpstr>Comic Sans MS</vt:lpstr>
      <vt:lpstr>Calibri</vt:lpstr>
      <vt:lpstr>Arial Unicode MS</vt:lpstr>
      <vt:lpstr>等线</vt:lpstr>
      <vt:lpstr>CNIC</vt:lpstr>
      <vt:lpstr>PowerPoint 演示文稿</vt:lpstr>
      <vt:lpstr>What are Agents?</vt:lpstr>
      <vt:lpstr>When (and when not) to use Agents</vt:lpstr>
      <vt:lpstr>Common Frameworks for Agents</vt:lpstr>
      <vt:lpstr>Building Blocks and Workflows</vt:lpstr>
      <vt:lpstr>Agents in Practice</vt:lpstr>
      <vt:lpstr>Key Principles for Building Effective Agents</vt:lpstr>
      <vt:lpstr>LLM Interaction</vt:lpstr>
      <vt:lpstr>LLM Call Generator and Evaluator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吴炜</cp:lastModifiedBy>
  <cp:revision>35</cp:revision>
  <dcterms:created xsi:type="dcterms:W3CDTF">2026-04-30T11:51:00Z</dcterms:created>
  <dcterms:modified xsi:type="dcterms:W3CDTF">2026-04-30T11:53:04Z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4DA4DB001A1F41158937266F0B7928E7_12</vt:lpwstr>
  </property>
  <property fmtid="{D5CDD505-2E9C-101B-9397-08002B2CF9AE}" pid="3" name="KSOProductBuildVer">
    <vt:lpwstr>2052-12.1.0.25865</vt:lpwstr>
  </property>
</Properties>
</file>