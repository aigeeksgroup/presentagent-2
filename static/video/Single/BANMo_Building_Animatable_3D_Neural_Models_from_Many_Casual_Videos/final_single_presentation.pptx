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the key insights and strategic directions we have developed. We will explore the underlying mechanisms driving our current performance and compare them against industry benchmarks to highlight where we stand. Additionally, this overview is specifically designed to align our entire team on immediate priorities and clarify the unique value proposition for our stakeholders moving forward.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BANMo reconstructs animatable three-dimensional models from casual videos without requiring predefined shapes or calibrated cameras. As visible in these examples, the system learns an implicit canonical shape and skinning weights directly from uncontrolled footage. This eliminates rigid structural priors, allowing us to handle time-varying articulations flexibly. The rainbow gradient rendering tracks pose and motion in real time, verifying the internal structure through color embeddings. This lowers the barrier for creating animatable models from everyday video sources without strict capture setups.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reconstructs animatable 3D models directly from many casual videos of dynamic scenes without requiring pre-defined templates or registered camera poses. By learning an implicit canonical shape alongside time-varying articulations, we separate static geometry from motion effectively. As demonstrated by the rainbow gradient visualizations, the model tracks pose changes in real time across unstructured data. This approach handles complex non-rigid motions reliably without manual calibration. You can create consistent reconstructions across different viewing angles using only everyday video inputs, enabling efficient dynamic neural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BANMo transforms multiple casual videos into an animatable 3D model without requiring pre-defined shape priors or calibrated cameras. The system reconstructs an implicit canonical shape alongside skinning weights, visualized here as surface colors and bones. By recovering time-varying articulations, it enables realistic movement and deformation control even from uncontrolled capture conditions. Notice how the rainbow gradient colors track pose and motion in real time, demonstrating accurate correspondence between views. This flexibility allows high-quality structural outputs suitable for complex animation tasks from everyday video footage.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BANMo transforms casual videos into animatable 3D models without controlled environments or predefined templates. The system learns an implicit canonical shape representing the static model state, alongside explicit skinning weights and bones. This handles deformable objects in unstructured settings effectively. Notice the rainbow gradient colors mapping canonical embeddings to posed reconstructions, ensuring consistent tracking across time instances. This mechanism enables accurate reconstruction purely from casual input, removing strict camera parameter requirements while maintaining realistic visual rendering for complex articulations and dynamic motion.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BANMo enables novel view synthesis by reconstructing animatable 3D neural models from casual videos without predefined templates or camera calibration. By learning an implicit canonical shape alongside skinning weights and time-varying articulations, the system captures complex non-rigid motions effectively. This canonical space mechanism ensures consistent pose tracking across frames, allowing us to render the object across different poses and viewpoints seamlessly. Consequently, this template-free approach supports flexible data collection while maintaining accurate geometry and appearance details for dynamic subjects like animals shown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animated sequence, notice how the neural model mirrors the cat's movement in real-time using rainbow gradient colors. These consistent colors indicate matching points across different poses, allowing us to track specific deformations visually without rigid body assumptions. This correspondence mechanism proves the system successfully reconstructs animatable models from casual videos alone, bypassing the need for pre-defined shape templates or registered camera parameters. Ultimately, this enables high-fidelity representations suitable for downstream animation tasks while handling uncontrolled capture conditions effectively within the canonical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 how the model handles diverse subjects like animals and stylized characters without requiring retraining. This demonstrates robustness across different geometries and textures. We also highlight control mechanisms showing precise pose adjustments and novel view synthesis. The code-based interface allows for programmable animation, ensuring stability across varying angles. Essentially, this confirms a generalized approach to character animation that adapts well to new assets while maintaining high reconstruction quality. Such flexibility enables broader application across different media types. Notice how the visual consistency across these examples confirms stability.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demonstrates BANMo's versatility across diverse subjects like cats and shibas, validating its ability to handle various input conditions effectively. Notice the control mechanisms allowing precise pose adjustments at twenty, fifty, and ninety degrees. These examples highlight how the model maintains consistency even when adapting to significant changes in viewing angles. Ultimately, this proves the robustness of our approach in generating high-quality 3D animations from casual video inputs without sacrificing detail or stability across novel views. The visual evidence confirms reliable reconstruction capabilities for dynamic scenes.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today. We have covered the key strategies and structural frameworks presented during this session. I hope the insights shared provide a clear path forward for your own projects and encourage deeper exploration into these foundational principles. Your engagement means a lot, and I am grateful for the opportunity to share this knowledge. Please feel free to reach out if you have any further questions or need clarification on specific points. I look forward to seeing how you apply these concepts.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BANMo: Animatable 3D</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BANMo Core Goal</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Building Animatable 3D</a:t>
            </a:r>
            <a:endParaRPr kumimoji="1" lang="en-US" altLang="zh-CN" dirty="0"/>
          </a:p>
          <a:p>
            <a:pPr marL="0" indent="0">
              <a:lnSpc>
                <a:spcPct val="150000"/>
              </a:lnSpc>
              <a:buFont typeface="Arial" panose="020B0604020202020204"/>
              <a:buNone/>
              <a:defRPr>
                <a:solidFill/>
              </a:defRPr>
            </a:pPr>
            <a:r>
              <a:rPr kumimoji="1" lang="zh-CN" altLang="en-US" sz="2200" dirty="0">
                <a:solidFill/>
              </a:rPr>
              <a:t>Builds animatable 3D from casual videos, no templates or poses. Visual shows rainbow gradient tracking pose on model.</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Casual Videos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No Calibration Needed</a:t>
            </a:r>
            <a:endParaRPr kumimoji="1" lang="en-US" altLang="zh-CN" dirty="0"/>
          </a:p>
          <a:p>
            <a:pPr marL="0" indent="0">
              <a:lnSpc>
                <a:spcPct val="150000"/>
              </a:lnSpc>
              <a:buFont typeface="Arial" panose="020B0604020202020204"/>
              <a:buNone/>
              <a:defRPr>
                <a:solidFill/>
              </a:defRPr>
            </a:pPr>
            <a:r>
              <a:rPr kumimoji="1" lang="zh-CN" altLang="en-US" sz="2200" dirty="0">
                <a:solidFill/>
              </a:rPr>
              <a:t>Many casual videos of dynamic scenes. No templates or poses. Handles non-rigid motions. Visual: tracking from data.</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f273ec6d_teaser.jpg"/>
          <p:cNvPicPr>
            <a:picLocks noChangeAspect="1"/>
          </p:cNvPicPr>
          <p:nvPr/>
        </p:nvPicPr>
        <p:blipFill>
          <a:blip r:embed="rId2"/>
          <a:stretch>
            <a:fillRect/>
          </a:stretch>
        </p:blipFill>
        <p:spPr>
          <a:xfrm>
            <a:off x="5083176" y="1982586"/>
            <a:ext cx="7086600" cy="1445026"/>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BANMo Workflow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Canonical Model Output</a:t>
            </a:r>
            <a:endParaRPr kumimoji="1" lang="en-US" altLang="zh-CN" dirty="0"/>
          </a:p>
          <a:p>
            <a:pPr marL="0" indent="0">
              <a:lnSpc>
                <a:spcPct val="150000"/>
              </a:lnSpc>
              <a:buFont typeface="Arial" panose="020B0604020202020204"/>
              <a:buNone/>
              <a:defRPr>
                <a:solidFill/>
              </a:defRPr>
            </a:pPr>
            <a:r>
              <a:rPr kumimoji="1" lang="zh-CN" altLang="en-US" sz="2200" dirty="0">
                <a:solidFill/>
              </a:rPr>
              <a:t>Workflow builds canonical 3D models with bones and weights. No templates needed for animation from many casual videos.</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Canonical State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Canonical State Map</a:t>
            </a:r>
            <a:endParaRPr kumimoji="1" lang="en-US" altLang="zh-CN" dirty="0"/>
          </a:p>
          <a:p>
            <a:pPr marL="0" indent="0">
              <a:lnSpc>
                <a:spcPct val="150000"/>
              </a:lnSpc>
              <a:buFont typeface="Arial" panose="020B0604020202020204"/>
              <a:buNone/>
              <a:defRPr>
                <a:solidFill/>
              </a:defRPr>
            </a:pPr>
            <a:r>
              <a:rPr kumimoji="1" lang="zh-CN" altLang="en-US" sz="2200" dirty="0">
                <a:solidFill/>
              </a:rPr>
              <a:t>Color gradients map points to fixed canonical coords. Ensures consistent tracking and appearance learning across poses.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View Synthesis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Pose and View Render</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consistent synthesis across poses. Renders novel views by querying canonical embeddings. Leverages color and shape data.</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Real-Time Track</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Pose &amp; Motion Tracking</a:t>
            </a:r>
            <a:endParaRPr kumimoji="1" lang="en-US" altLang="zh-CN" dirty="0"/>
          </a:p>
          <a:p>
            <a:pPr marL="0" indent="0">
              <a:lnSpc>
                <a:spcPct val="150000"/>
              </a:lnSpc>
              <a:buFont typeface="Arial" panose="020B0604020202020204"/>
              <a:buNone/>
              <a:defRPr>
                <a:solidFill/>
              </a:defRPr>
            </a:pPr>
            <a:r>
              <a:rPr kumimoji="1" lang="zh-CN" altLang="en-US" sz="2200" dirty="0">
                <a:solidFill/>
              </a:rPr>
              <a:t>Rainbow gradients track points across poses, visualizing deformation. Accurate real-time tracking without rigid rules.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Animation across distinct subjects like animals and stylized characters. Shows robustness in handling geometries. Generalized approach needs no retraining.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Highlight precise control mechanisms via pose adjustments angles. Novel view synthesis demonstrated via navigation. Code-based control suggests interfaces.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Verify multi-dimensional control inputs generating dynamic sequences. Pose angles confirm stability across states. Quality remains stable across subject types.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Animatable Results</a:t>
            </a:r>
            <a:endParaRPr kumimoji="1" lang="zh-CN" altLang="en-US" dirty="0">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Shows robust animation across diverse subjects like cats and shibas. Validates versatility by handling varied input conditions. Ensures high-quality output.</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Manages precise pose controls at varying degrees, labeled twenty, fifty, and ninety. Shows robustness against significant changes in control inputs.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Novel view synthesis and code-driven pose controls demonstrated. Model maintains consistency while adapting to viewing angles. Handles changes effectively.</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BANMo Capabilities</a:t>
            </a:r>
            <a:endParaRPr kumimoji="1" lang="zh-CN" altLang="en-US" dirty="0">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