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Welcome everyone. Today I'll walk you through the strategic overview of our new operational framework. We will explore how this system enhances efficiency and drives meaningful results across all departments. This session is designed to align our goals and clarify the path forward for the upcoming quarter. Please feel free to interrupt me if you have any questions. I aim to ensure everyone leaves with a clear understanding of the next steps and how we can collectively achieve our targets through this improved process.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AutoSDF is a multimodal system designed for generating and completing diverse 3D shapes. As shown in these visualizations, the model processes various inputs to produce coherent outputs, handling everything from furniture to vehicles. Notice how the system progressively refines coarse voxel structures into detailed forms, even when starting with incomplete fragments. This iterative completion demonstrates robust generalization across complex object categories. By supporting both full generation and partial reconstruction, AutoSDF offers versatile capabilities for 3D modeling tasks, ensuring consistent quality regardless of input modality or shape complexity.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Focus on the animated reconstruction example displayed here. AutoSDF performs progressive shape completion by refining coarse inputs into detailed structures over time. Notice how fragmented parts coalesce into complete shapes, illustrating an iterative reconstruction process from sparse voxel data. This mechanism allows the model to recover full geometry effectively while maintaining structural integrity. The smooth transition from fragmented states to coherent objects confirms the system's ability to handle dynamic changes reliably across diverse categories like furniture and vehicles, ensuring robust performance during generation.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we see another example of AutoSDF in action, focusing on multimodal shape completion. Notice how the chair model evolves from fragmented, incomplete voxel inputs into a coherent, detailed structure over time. This progressive refinement demonstrates the system's ability to handle partial observations and accurately reconstruct missing geometry. By coalescing sparse data into functional 3D objects, this iterative approach highlights the model's robustness across diverse categories and its capacity for flexible content creation even when initial input data is significantly limited or noisy.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let's examine how AutoSDF compares to existing methods like ResNet2Voxel, ResNet2SDF, and Pix2Vox. Side-by-side visuals show our model consistently producing sharper, more coherent structures than baseline approaches. While other methods often struggle with fragmented inputs or lose fine geometric details, AutoSDF leverages multimodal conditions to infer missing geometry accurately. This progressive refinement ensures complex objects maintain volumetric integrity throughout reconstruction. These visuals confirm our system delivers superior quality and structural soundness across diverse categories, proving its robustness in handling shape completion tasks.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Moving to complex furniture, observe how AutoSDF reconstructs a sofa and ottoman through progressive shape completion. Visual evidence shows voxel-based reconstructions evolving from coarse blocks into detailed forms as fragmented inputs coalesce into coherent three-dimensional structures. This mechanism illustrates the model's robust ability to handle incomplete data and reconstruct full geometry effectively. Such flexibility allows for smooth transitions between geometric states, ensuring consistent outputs across diverse object categories while demonstrating robust control over generated volumetric data throughout the refinement process.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Observe how AutoSDF refines reconstruction quality over time. The videos demonstrate progressive shape completion, starting from fragmented or coarse voxel inputs that gradually assemble into coherent, detailed 3D structures. You can see intermediate refinement stages where incomplete representations evolve into finalized models through the completion pipeline. This process highlights the system's ability to handle dynamic shape transformations, ensuring stable geometry across different viewing perspectives. Ultimately, this progressive refinement guarantees high-quality outputs even when starting with sparse or partial input data for diverse object categories.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Moving beyond static generation, AutoSDF demonstrates dynamic shape manipulation capabilities. As you see in these sofa examples, the model understands structural integrity during continuous transformation. Notice how the geometry compresses and elongates while maintaining coherence throughout the sequence. This iterative refinement from coarse voxels to detailed structures validates the system's ability to recover full forms from limited information. Ultimately, this flexibility ensures robust handling of incomplete data across diverse categories, proving the model grasps underlying geometric relationships rather than simply memorizing shapes.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Moving beyond static objects, AutoSDF demonstrates impressive handling of complex articulated structures like this refrigerator reconstruction. Notice how the model progressively completes the shape, starting closed, opening to reveal interior shelves, and closing again without losing structural integrity. This dynamic morphing highlights the system's latent space interpolation capabilities, allowing it to infer missing geometry while maintaining semantic identity during deformation. Such performance confirms robust generalization across diverse geometric structures, proving the model handles intricate mechanical movements while preserving voxel-based representation throughout the generation process.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That brings us to the conclusion of our session. Thank you sincerely for your time and attention today. We have explored key insights that I hope will serve as a solid foundation for your future work. Your engagement throughout this presentation has been invaluable. Now, I would like to open the floor for any questions you might have regarding the material covered. Whether you need clarification or wish to discuss potential applications, please feel free to ask. Let us continue this conversation. Thank you again for joining 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1.mp4"/><Relationship Id="rId1" Type="http://schemas.openxmlformats.org/officeDocument/2006/relationships/video" Target="../media/media1.mp4"/></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2.mp4"/><Relationship Id="rId1" Type="http://schemas.openxmlformats.org/officeDocument/2006/relationships/video" Target="../media/media2.mp4"/></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3.mp4"/><Relationship Id="rId1" Type="http://schemas.openxmlformats.org/officeDocument/2006/relationships/video" Target="../media/media3.mp4"/></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1.mp4"/><Relationship Id="rId1" Type="http://schemas.openxmlformats.org/officeDocument/2006/relationships/video" Target="../media/media1.mp4"/></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2.mp4"/><Relationship Id="rId1" Type="http://schemas.openxmlformats.org/officeDocument/2006/relationships/video" Target="../media/media2.mp4"/></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4.mp4"/><Relationship Id="rId1" Type="http://schemas.openxmlformats.org/officeDocument/2006/relationships/video" Target="../media/media4.mp4"/></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5.mp4"/><Relationship Id="rId1" Type="http://schemas.openxmlformats.org/officeDocument/2006/relationships/video" Target="../media/media5.mp4"/></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png"/><Relationship Id="rId2" Type="http://schemas.microsoft.com/office/2007/relationships/media" Target="../media/media6.mp4"/><Relationship Id="rId1" Type="http://schemas.openxmlformats.org/officeDocument/2006/relationships/video" Target="../media/media6.mp4"/></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AutoSDF | 2026-05-02</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AutoSDF Overview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Multimodal 3D System</a:t>
            </a:r>
            <a:endParaRPr kumimoji="1" lang="en-US" altLang="zh-CN" dirty="0"/>
          </a:p>
          <a:p>
            <a:pPr marL="0" indent="0">
              <a:lnSpc>
                <a:spcPct val="150000"/>
              </a:lnSpc>
              <a:buFont typeface="Arial" panose="020B0604020202020204"/>
              <a:buNone/>
              <a:defRPr>
                <a:solidFill/>
              </a:defRPr>
            </a:pPr>
            <a:r>
              <a:rPr kumimoji="1" lang="zh-CN" altLang="en-US" sz="2200" dirty="0">
                <a:solidFill/>
              </a:rPr>
              <a:t>AutoSDF enables multimodal 3D generation and completion. Visuals show refinement from inputs to outputs across diverse categories.</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Shape Completion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Progressive Refinement</a:t>
            </a:r>
            <a:endParaRPr kumimoji="1" lang="en-US" altLang="zh-CN" dirty="0"/>
          </a:p>
          <a:p>
            <a:pPr marL="0" indent="0">
              <a:lnSpc>
                <a:spcPct val="150000"/>
              </a:lnSpc>
              <a:buFont typeface="Arial" panose="020B0604020202020204"/>
              <a:buNone/>
              <a:defRPr>
                <a:solidFill/>
              </a:defRPr>
            </a:pPr>
            <a:r>
              <a:rPr kumimoji="1" lang="zh-CN" altLang="en-US" sz="2200" dirty="0">
                <a:solidFill/>
              </a:rPr>
              <a:t>Iterative reconstruction. Fragmented inputs refine to coherent geometry, demonstrating robust recovery from sparse data.</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Progressive Chair Refinement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Multimodal Shape Completion Process</a:t>
            </a:r>
            <a:endParaRPr kumimoji="1" lang="en-US" altLang="zh-CN" dirty="0"/>
          </a:p>
          <a:p>
            <a:pPr marL="0" indent="0">
              <a:lnSpc>
                <a:spcPct val="150000"/>
              </a:lnSpc>
              <a:buFont typeface="Arial" panose="020B0604020202020204"/>
              <a:buNone/>
              <a:defRPr>
                <a:solidFill/>
              </a:defRPr>
            </a:pPr>
            <a:r>
              <a:rPr kumimoji="1" lang="zh-CN" altLang="en-US" sz="2200" dirty="0">
                <a:solidFill/>
              </a:rPr>
              <a:t>Watch how fragmented voxel inputs coalesce into a complete armchair through iterative refinement. The animation demonstrates AutoSDF reconstructing missing geometry from sparse observations, progressing from coarse blocks to detailed final form—showcasing the model's ability to handle partial inputs and generate coherent 3D structures.</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AutoSDF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Quality vs. Baselines</a:t>
            </a:r>
            <a:endParaRPr kumimoji="1" lang="en-US" altLang="zh-CN" dirty="0"/>
          </a:p>
          <a:p>
            <a:pPr marL="0" indent="0">
              <a:lnSpc>
                <a:spcPct val="150000"/>
              </a:lnSpc>
              <a:buFont typeface="Arial" panose="020B0604020202020204"/>
              <a:buNone/>
              <a:defRPr>
                <a:solidFill/>
              </a:defRPr>
            </a:pPr>
            <a:r>
              <a:rPr kumimoji="1" lang="zh-CN" altLang="en-US" sz="2200" dirty="0">
                <a:solidFill/>
              </a:rPr>
              <a:t>Side-by-side comparison. AutoSDF yields sharper details, superior alignment, fewer artifacts, and robust shape completion.</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Furniture Recon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Progressive Refinement</a:t>
            </a:r>
            <a:endParaRPr kumimoji="1" lang="en-US" altLang="zh-CN" dirty="0"/>
          </a:p>
          <a:p>
            <a:pPr marL="0" indent="0">
              <a:lnSpc>
                <a:spcPct val="150000"/>
              </a:lnSpc>
              <a:buFont typeface="Arial" panose="020B0604020202020204"/>
              <a:buNone/>
              <a:defRPr>
                <a:solidFill/>
              </a:defRPr>
            </a:pPr>
            <a:r>
              <a:rPr kumimoji="1" lang="zh-CN" altLang="en-US" sz="2200" dirty="0">
                <a:solidFill/>
              </a:rPr>
              <a:t>Fragmented inputs coalesce into coherent 3D shapes. Voxel reconstructions evolve from coarse blocks to detailed forms.</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Reconstruction Refinement</a:t>
            </a:r>
            <a:endParaRPr kumimoji="1" lang="en-US" altLang="zh-CN" dirty="0">
              <a:solidFill/>
            </a:endParaRPr>
          </a:p>
        </p:txBody>
      </p:sp>
      <p:sp>
        <p:nvSpPr>
          <p:cNvPr id="8" name="内容占位符 1"/>
          <p:cNvSpPr txBox="1"/>
          <p:nvPr/>
        </p:nvSpPr>
        <p:spPr>
          <a:xfrm>
            <a:off x="245110" y="963295"/>
            <a:ext cx="4894580" cy="5413375"/>
          </a:xfrm>
          <a:prstGeom prst="rect">
            <a:avLst/>
          </a:prstGeom>
          <a:noFill/>
        </p:spPr>
        <p:txBody>
          <a:bodyPr vert="horz" lIns="91440" tIns="45720" rIns="91440" bIns="45720" rtlCol="0" anchor="t">
            <a:normAutofit fontScale="90000"/>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Coarse-to-Detailed Progression</a:t>
            </a:r>
            <a:endParaRPr kumimoji="1" lang="en-US" altLang="zh-CN" dirty="0"/>
          </a:p>
          <a:p>
            <a:pPr marL="0" indent="0">
              <a:lnSpc>
                <a:spcPct val="150000"/>
              </a:lnSpc>
              <a:buFont typeface="Arial" panose="020B0604020202020204"/>
              <a:buNone/>
              <a:defRPr>
                <a:solidFill/>
              </a:defRPr>
            </a:pPr>
            <a:r>
              <a:rPr kumimoji="1" lang="zh-CN" altLang="en-US" sz="2200" dirty="0">
                <a:solidFill/>
              </a:rPr>
              <a:t>Watch how fragmented voxel inputs gradually assemble into coherent 3D structures. The animation shows intermediate refinement stages where incomplete representations progressively resolve into detailed forms, demonstrating AutoSDF's ability to handle partial inputs and produce stable reconstructions across viewing perspectives.</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Shape Morphing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Continuous Deformation</a:t>
            </a:r>
            <a:endParaRPr kumimoji="1" lang="en-US" altLang="zh-CN" dirty="0"/>
          </a:p>
          <a:p>
            <a:pPr marL="0" indent="0">
              <a:lnSpc>
                <a:spcPct val="150000"/>
              </a:lnSpc>
              <a:buFont typeface="Arial" panose="020B0604020202020204"/>
              <a:buNone/>
              <a:defRPr>
                <a:solidFill/>
              </a:defRPr>
            </a:pPr>
            <a:r>
              <a:rPr kumimoji="1" lang="zh-CN" altLang="en-US" sz="2200" dirty="0">
                <a:solidFill/>
              </a:rPr>
              <a:t>Sofa starts compact, elongates, returns. Validates shape completion process and reconstruction capability of model.</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Refrigerator Gen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Articulated Dynamics</a:t>
            </a:r>
            <a:endParaRPr kumimoji="1" lang="en-US" altLang="zh-CN" dirty="0"/>
          </a:p>
          <a:p>
            <a:pPr marL="0" indent="0">
              <a:lnSpc>
                <a:spcPct val="150000"/>
              </a:lnSpc>
              <a:buFont typeface="Arial" panose="020B0604020202020204"/>
              <a:buNone/>
              <a:defRPr>
                <a:solidFill/>
              </a:defRPr>
            </a:pPr>
            <a:r>
              <a:rPr kumimoji="1" lang="zh-CN" altLang="en-US" sz="2200" dirty="0">
                <a:solidFill/>
              </a:rPr>
              <a:t>Refrigerator opens revealing shelves, then closes. Shows inferring complex geometry and articulating moving parts.</a:t>
            </a:r>
            <a:endParaRPr kumimoji="1" lang="en-US" altLang="zh-CN" sz="2200" dirty="0"/>
          </a:p>
        </p:txBody>
      </p:sp>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1754</Words>
  <Application>WPS 演示</Application>
  <PresentationFormat>宽屏</PresentationFormat>
  <Paragraphs>48</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AutoSDF Overview</vt:lpstr>
      <vt:lpstr>Shape Completion</vt:lpstr>
      <vt:lpstr>Progressive Chair Refinement</vt:lpstr>
      <vt:lpstr>AutoSDF Results</vt:lpstr>
      <vt:lpstr>Furniture Recon</vt:lpstr>
      <vt:lpstr>Reconstruction Refinement</vt:lpstr>
      <vt:lpstr>Shape Morphing</vt:lpstr>
      <vt:lpstr>Refrigerator Gen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36</cp:revision>
  <dcterms:created xsi:type="dcterms:W3CDTF">2026-04-30T11:51:00Z</dcterms:created>
  <dcterms:modified xsi:type="dcterms:W3CDTF">2026-05-02T17:13:19Z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