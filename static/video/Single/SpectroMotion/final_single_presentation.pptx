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the proposed system architecture. We will explore how this new design significantly improves efficiency and scalability across our current daily operations. This overview is crucial for understanding the upcoming implementation phases and ensuring strategic alignment among all teams involved. My goal is to clarify the core components and address any potential challenges early in the development process. We will also review key metrics that demonstrate the value of this transition.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SpectroMotion advances dynamic scene reconstruction by integrating 3D Gaussian Splatting with physically based rendering and deformation fields. Where prior methods failed on specular surfaces, we introduce residual correction for precise surface normals and a deformable map to adapt to changing lighting. Our coarse to fine training strategy enhances geometry and color accuracy. Consequently, this model outperforms state of the art techniques, standing as the only method capable of synthesizing photorealistic dynamic specular scenes. This breakthrough handles challenging lighting and geometry interactions where extensions struggled.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pipeline operates in three stages beginning with static stabilization, securing base geometry by minimizing photometric loss to create a consistent foundation before motion begins. Next, the dynamic stage models changes using canonical Gaussians and a deformable MLP, minimizing normal loss to maintain geometric integrity during movement. Finally, the specular stage handles complex lighting via a reflection MLP, blending diffuse and specular components for realistic novel views. This structured approach guarantees stability, accurate motion capture, and superior lighting handling essential for reconstructing dynamic scenes.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benchmarked SpectroMotion against state-of-the-art methods like NeRF-DS and 4DGS to ensure rigor. Focus on the basin scene comparison, where our approach appears on the right versus baselines on the left. These videos evaluate RGB rendering and depth accuracy to highlight structural improvements. SpectroMotion maintains robustness across diverse geometries and complex transparency scenarios, such as hands holding translucent sheets. This confirms superior capability in dynamic scene reconstruction. The visual evidence demonstrates our model outperforms existing techniques in handling difficult transparent or dynamic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benchmarked SpectroMotion against leading methods like NeRF-DS and Gaussian Splatting variants. Focus on the bell scene here, where the baseline appears on the left and our approach on the right. Notice the reduced artifacts and improved structural consistency in our RGB and depth outputs. This comparison across diverse objects confirms SpectroMotion handles complex geometries and materials effectively. Ultimately, these visual results validate our framework's superior performance in dynamic reconstruction tasks compared to existing technologies available in the field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a direct visual comparison between the baseline method on the left and our proposed SpectroMotion on the right, specifically focusing on the cup scene. Observe how SpectroMotion handles complex geometry and reflective surfaces much better than competitors like NeRF-DS or 4DGS. The RGB video and depth maps clearly show improved color fidelity and sharper depth estimation. This rigorous testing validates that our approach robustly manages translucent materials and occlusions. These results confirm significant performance improvements over existing dynamic rendering techniques.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 the visual comparison where SpectroMotion competes against leading methods like NeRF-DS and 4DGS. Specifically, look at the plate scene where our method, shown on the right, consistently outperforms the baseline on the left. You will notice sharper edges and better color fidelity in the RGB video, while the depth estimation confirms more accurate geometry reconstruction. This rigorous benchmark validates that our approach handles complex reflections and transparency far better than standard pipelines, proving its robustness for dynamic scene rendering.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evaluation results, we benchmark SpectroMotion against leading techniques including NeRF-DS and Gaussian splatting variants. As shown in these video comparisons, we utilize both RGB sequences and depth maps to verify accuracy across materials. Specifically, examine the press scene where our method clearly outperforms baselines like HyperNeRF and 4DGS. This robustness demonstrates that SpectroMotion achieves superior geometric and photometric fidelity, ensuring reliable dynamic scene representation where other methods struggle with transparency and motion.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validate our architecture, we conducted an ablation study systematically removing key components like the coarse-to-fine strategy, normal loss, regularization loss, and the gamma parameter. We test these variants against our full model using a challenging scene featuring hands holding a translucent sheet to stress depth and normal estimation capabilities. Notice how removing elements like gamma correction degrades quality significantly in the comparison. This confirms that every architectural element contributes uniquely to handling complex materials, ensuring our full model remains robust and effective for detailed reconstruction tasks.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and attention today. We have covered significant ground regarding the key principles and design strategies discussed throughout this session. I hope the insights shared provide a clear pathway for implementing these approaches effectively in your own projects. Your engagement is greatly appreciated, and I believe these strategies will streamline your workflow moving forward. Please feel free to reach out if any further questions arise as you apply these concepts. I wish you all the best in your future endeavors.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SpectroMotion: Dynamic 3D</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Integrates 3D Gaussian Splatting with physically-based rendering and deformation fields. Uses residual correction for precise normals and deformable maps for time-varying lighting.</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Implements a coarse-to-fine training strategy to significantly enhance both scene geometry and specular color prediction accuracy during reconstruction.</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Outperforms state-of-the-art techniques on complex dynamic specular scenes. Only 3DGS method capable of synthesizing photorealistic real-world dynamic specular scenes.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SpectroMotion Method</a:t>
            </a:r>
            <a:endParaRPr kumimoji="1" lang="zh-CN" altLang="en-US" dirty="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Static Stage: Minimizes photometric loss between vanilla 3DGS renders and ground truth. Ensures stable base geometry before dynamic modeling begins.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Dynamic Modeling: Combines 3D Gaussians with a deformable MLP. Minimizes normal loss between rendered and depth-derived maps for consistency.</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Specular Lighting: Uses deformable reflection MLP to handle changing lighting. Queries canonical map for specular color using deformed directions.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Pipeline Stages</a:t>
            </a:r>
            <a:endParaRPr kumimoji="1" lang="zh-CN" altLang="en-US" dirty="0">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Basin SOTA Demo</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Superiority Over SOTA</a:t>
            </a:r>
            <a:endParaRPr kumimoji="1" lang="en-US" altLang="zh-CN" dirty="0"/>
          </a:p>
          <a:p>
            <a:pPr marL="0" indent="0">
              <a:lnSpc>
                <a:spcPct val="150000"/>
              </a:lnSpc>
              <a:buFont typeface="Arial" panose="020B0604020202020204"/>
              <a:buNone/>
              <a:defRPr>
                <a:solidFill/>
              </a:defRPr>
            </a:pPr>
            <a:r>
              <a:rPr kumimoji="1" lang="zh-CN" altLang="en-US" sz="2200" dirty="0">
                <a:solidFill/>
              </a:rPr>
              <a:t>SpectroMotion (right) beats SOTA (left) on basin. See sharper reflections and stable geometry vs blurry methods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Bell Scene Quality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Quality Comparison View</a:t>
            </a:r>
            <a:endParaRPr kumimoji="1" lang="en-US" altLang="zh-CN" dirty="0"/>
          </a:p>
          <a:p>
            <a:pPr marL="0" indent="0">
              <a:lnSpc>
                <a:spcPct val="150000"/>
              </a:lnSpc>
              <a:buFont typeface="Arial" panose="020B0604020202020204"/>
              <a:buNone/>
              <a:defRPr>
                <a:solidFill/>
              </a:defRPr>
            </a:pPr>
            <a:r>
              <a:rPr kumimoji="1" lang="zh-CN" altLang="en-US" sz="2200" dirty="0">
                <a:solidFill/>
              </a:rPr>
              <a:t>Baseline left, SpectroMotion right. Bell scene highlights reduced artifacts and superior structural consistency in RGB.</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Cup Scene Results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Baseline vs. Our Method</a:t>
            </a:r>
            <a:endParaRPr kumimoji="1" lang="en-US" altLang="zh-CN" dirty="0"/>
          </a:p>
          <a:p>
            <a:pPr marL="0" indent="0">
              <a:lnSpc>
                <a:spcPct val="150000"/>
              </a:lnSpc>
              <a:buFont typeface="Arial" panose="020B0604020202020204"/>
              <a:buNone/>
              <a:defRPr>
                <a:solidFill/>
              </a:defRPr>
            </a:pPr>
            <a:r>
              <a:rPr kumimoji="1" lang="zh-CN" altLang="en-US" sz="2200" dirty="0">
                <a:solidFill/>
              </a:rPr>
              <a:t>Left: Baseline. Right: SpectroMotion. Delivers clearer depth and color, handling complex geometry better than baselines.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Plate Scene RGB</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SOTA Method Comparison</a:t>
            </a:r>
            <a:endParaRPr kumimoji="1" lang="en-US" altLang="zh-CN" dirty="0"/>
          </a:p>
          <a:p>
            <a:pPr marL="0" indent="0">
              <a:lnSpc>
                <a:spcPct val="150000"/>
              </a:lnSpc>
              <a:buFont typeface="Arial" panose="020B0604020202020204"/>
              <a:buNone/>
              <a:defRPr>
                <a:solidFill/>
              </a:defRPr>
            </a:pPr>
            <a:r>
              <a:rPr kumimoji="1" lang="zh-CN" altLang="en-US" sz="2200" dirty="0">
                <a:solidFill/>
              </a:rPr>
              <a:t>SpectroMotion (right) beats baseline (left) in RGB. Video shows plate scene specular handling superior to SOTA.</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Press Results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SOTA Method Comparison</a:t>
            </a:r>
            <a:endParaRPr kumimoji="1" lang="en-US" altLang="zh-CN" dirty="0"/>
          </a:p>
          <a:p>
            <a:pPr marL="0" indent="0">
              <a:lnSpc>
                <a:spcPct val="150000"/>
              </a:lnSpc>
              <a:buFont typeface="Arial" panose="020B0604020202020204"/>
              <a:buNone/>
              <a:defRPr>
                <a:solidFill/>
              </a:defRPr>
            </a:pPr>
            <a:r>
              <a:rPr kumimoji="1" lang="zh-CN" altLang="en-US" sz="2200" dirty="0">
                <a:solidFill/>
              </a:rPr>
              <a:t>SpectroMotion yields sharper details, fewer artifacts. Proves superior accuracy vs SOTA on press.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Ablation Study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Ablation Variant Impact</a:t>
            </a:r>
            <a:endParaRPr kumimoji="1" lang="en-US" altLang="zh-CN" dirty="0"/>
          </a:p>
          <a:p>
            <a:pPr marL="0" indent="0">
              <a:lnSpc>
                <a:spcPct val="150000"/>
              </a:lnSpc>
              <a:buFont typeface="Arial" panose="020B0604020202020204"/>
              <a:buNone/>
              <a:defRPr>
                <a:solidFill/>
              </a:defRPr>
            </a:pPr>
            <a:r>
              <a:rPr kumimoji="1" lang="zh-CN" altLang="en-US" sz="2200" dirty="0">
                <a:solidFill/>
              </a:rPr>
              <a:t>Left: ablation variants. Right: full model. Removing coarse-to-fine or losses degrades quality, proving necessity.</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