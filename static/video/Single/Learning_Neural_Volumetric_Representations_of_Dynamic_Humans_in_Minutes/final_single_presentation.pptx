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our new operational framework designed to streamline team collaboration and efficiency. We will explore key strategies that enhance productivity while reducing unnecessary overhead across all departments. This session aims to align our goals and provide actionable insights for immediate implementation within the quarter. Please feel free to interrupt me if you have any questions. I look forward to sharing these updates and hearing your valuable feedback as we move forward together to achieve success.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research tackles rapidly reconstructing free viewpoint videos of dynamic humans using only sparse camera inputs. Currently, canonical Neural Radiance Fields capture geometry well but require lengthy optimization per scene, making them too slow for instant use. Alternatively, generalization methods speed up processing by leveraging learned priors, yet this efficiency sacrifices visual fidelity. Consequently, users face a difficult choice between reconstruction speed and output quality. Our method bridges this gap, enabling superior results without the prohibitive computational burden typically seen in limited view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 enables viewpoint-free human performance synthesis using only sparse view videos. We achieve competitive visual quality while reducing processing time to mere minutes, making real-time applications feasible without sacrificing fidelity. Technically, we leverage human body priors to define a novel part-based voxelized NeRF representation. Additionally, we introduce a dimensionality reduction scheme to increase the convergence rate of the deformation field during training. This ensures high visual standards despite sparse input constraints, delivering rapid generation capabilities suitable for time-sensitive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achieves a remarkable balance between speed and fidelity. Training is one hundred times faster than prior methods, completing in just five minutes on a single RTX 3090 for standard videos. Despite this speed, we maintain competitive rendering quality for photorealistic free viewpoint generation. This enables practical deployment in iterative workflows where previous methods were too slow. We will release source code to ensure reproducibility and facilitate broader adoption. This efficiency transforms previously prohibitive workflows into viable real time applications without sacrificing visual standards.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 achieves comparable results in only five minutes, while competing models like Neural Body and Animatable NeRF require approximately ten hours. This drastic reduction enables rapid iteration without sacrificing performance quality. As shown in qualitative video comparisons, we validate visual fidelity across multiple scenarios alongside baselines. The side-by-side outputs confirm that our speed improvements do not come at the cost of rendering accuracy or animation smoothness. Ultimately, this efficiency gain ensures fast deployment while maintaining high visual standards consistent with state-of-the-art techniques.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comparison videos demonstrate our method produces high-quality animated humans after training for only about five minutes. In contrast, baselines like Neural Body and Animatable NeRF require roughly ten hours to converge. This massive reduction in computational cost enables faster iteration without degrading fidelity. Crucially, this speed improvement maintains overall performance against standard models while drastically cutting training time. This efficiency makes real-time deployment significantly more feasible for dynamic human representation tasks without sacrificing visual quality.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dramatic efficiency gains here. While baseline models like Neural Body require approximately ten hours to converge, our proposed method completes training in just five minutes. As demonstrated in these direct video comparisons, this speed does not compromise quality, as we maintain competitive visual fidelity across multiple scenarios. This drastic reduction in computational cost significantly lowers waiting time and enables faster development iteration cycles. Ultimately, covering multiple instances ensures our method is robust, validating the effectiveness of this approach without sacrificing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dramatic difference in training efficiency presented here. While established baselines like Animatable NeRF require approximately ten hours to train, our proposed method completes the process in just five minutes. This massive speedup enables rapid iteration without sacrificing visual fidelity. As the video comparisons demonstrate, our rendered output matches the quality of these baseline models across various scenarios. Consequently, we achieve significant time reduction compared to standard approaches while maintaining effective visual performance, proving that speed does not come at the cost of rendering quality.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the training efficiency and visual quality results. Our method completes training in approximately five minutes, whereas Neural Body and Animatable NeRF require around ten hours to converge. This drastic reduction enables faster iteration for practical applications under tight time constraints. Crucially, this speed does not compromise output fidelity. As demonstrated in these video comparisons, our visual results remain comparable to the baselines despite the reduced training time. This balance allows for rapid deployment without sacrificing realistic animation for dynamic human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time and attention today. We have covered significant ground, and I hope the insights shared provide a clear path forward for your projects. Your engagement throughout this session has been invaluable, and I am eager to hear your thoughts. Please feel free to reach out if you have further questions or need clarification on any points discussed. I truly appreciate your presence and look forward to collaborating with you soon. Thank you for joining 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Efficient Neural Render</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Rapid reconstruction of dynamic humans from sparse views is challenging. Balancing speed and accuracy limits real-time applications with complex motion.</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Canonical NeRF with motion fields captures geometry well. However, lengthy optimization per scene makes it unsuitable for quick reconstruction needs.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Generalization uses priors to reduce optimization time via finetuning. Yet, efficiency costs fidelity, yielding lower quality than full optimization.</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Research Challenge</a:t>
            </a:r>
            <a:endParaRPr kumimoji="1" lang="zh-CN" altLang="en-US" dirty="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Enables viewpoint-free synthesis using sparse view videos. Achieves competitive quality while reducing processing time to mere minutes for efficiency.</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Leverages human body priors to define a novel part-based voxelized NeRF representation distributed efficiently across parts.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Introduces dimensionality reduction 2D motion parameterization to increase the convergence rate of the human deformation field.</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Technical Approach</a:t>
            </a:r>
            <a:endParaRPr kumimoji="1" lang="zh-CN" altLang="en-US" dirty="0">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Trains approximately 100x faster than prior per-scene optimization methods. Completes full training in roughly five minutes on a single RTX 3090 GPU.</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Maintains competitive rendering quality despite significant speed increases. Processes 512x512 resolution videos of human performers with one hundred frames total.</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Balances computational efficiency and visual fidelity for practical deployment scenarios. Source code will be released publicly to ensure full reproducibility of results.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Efficiency Results</a:t>
            </a:r>
            <a:endParaRPr kumimoji="1" lang="zh-CN" altLang="en-US" dirty="0">
              <a:solidFill/>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5-Minute Render</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5 Minutes Vs 10 Hours</a:t>
            </a:r>
            <a:endParaRPr kumimoji="1" lang="en-US" altLang="zh-CN" dirty="0"/>
          </a:p>
          <a:p>
            <a:pPr marL="0" indent="0">
              <a:lnSpc>
                <a:spcPct val="150000"/>
              </a:lnSpc>
              <a:buFont typeface="Arial" panose="020B0604020202020204"/>
              <a:buNone/>
              <a:defRPr>
                <a:solidFill/>
              </a:defRPr>
            </a:pPr>
            <a:r>
              <a:rPr kumimoji="1" lang="zh-CN" altLang="en-US" sz="2200" dirty="0">
                <a:solidFill/>
              </a:rPr>
              <a:t>Notice comparable fidelity in 5-min video vs 10-hour baselines. Speed gains do not reduce visual quality.</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5-Min Results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High Quality In 5 Mins</a:t>
            </a:r>
            <a:endParaRPr kumimoji="1" lang="en-US" altLang="zh-CN" dirty="0"/>
          </a:p>
          <a:p>
            <a:pPr marL="0" indent="0">
              <a:lnSpc>
                <a:spcPct val="150000"/>
              </a:lnSpc>
              <a:buFont typeface="Arial" panose="020B0604020202020204"/>
              <a:buNone/>
              <a:defRPr>
                <a:solidFill/>
              </a:defRPr>
            </a:pPr>
            <a:r>
              <a:rPr kumimoji="1" lang="zh-CN" altLang="en-US" sz="2200" dirty="0">
                <a:solidFill/>
              </a:rPr>
              <a:t>Output generated in five minutes. High fidelity maintained despite reduced cost versus ten-hour baselines.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Neural Body 10h</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Efficiency Comparison</a:t>
            </a:r>
            <a:endParaRPr kumimoji="1" lang="en-US" altLang="zh-CN" dirty="0"/>
          </a:p>
          <a:p>
            <a:pPr marL="0" indent="0">
              <a:lnSpc>
                <a:spcPct val="150000"/>
              </a:lnSpc>
              <a:buFont typeface="Arial" panose="020B0604020202020204"/>
              <a:buNone/>
              <a:defRPr>
                <a:solidFill/>
              </a:defRPr>
            </a:pPr>
            <a:r>
              <a:rPr kumimoji="1" lang="zh-CN" altLang="en-US" sz="2200" dirty="0">
                <a:solidFill/>
              </a:rPr>
              <a:t>10-hour Neural Body training vs 5-minute ours. Fidelity stays competitive. Cost reduction enables faster iteration.</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Animatable NeRF</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Efficiency Comparison</a:t>
            </a:r>
            <a:endParaRPr kumimoji="1" lang="en-US" altLang="zh-CN" dirty="0"/>
          </a:p>
          <a:p>
            <a:pPr marL="0" indent="0">
              <a:lnSpc>
                <a:spcPct val="150000"/>
              </a:lnSpc>
              <a:buFont typeface="Arial" panose="020B0604020202020204"/>
              <a:buNone/>
              <a:defRPr>
                <a:solidFill/>
              </a:defRPr>
            </a:pPr>
            <a:r>
              <a:rPr kumimoji="1" lang="zh-CN" altLang="en-US" sz="2200" dirty="0">
                <a:solidFill/>
              </a:rPr>
              <a:t>Animatable NeRF requires 10 hours vs our 5 minutes. Observe comparable detail in video. Enables rapid deployment.</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Speed &amp; Quality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5 Minutes vs 10 Hours</a:t>
            </a:r>
            <a:endParaRPr kumimoji="1" lang="en-US" altLang="zh-CN" dirty="0"/>
          </a:p>
          <a:p>
            <a:pPr marL="0" indent="0">
              <a:lnSpc>
                <a:spcPct val="150000"/>
              </a:lnSpc>
              <a:buFont typeface="Arial" panose="020B0604020202020204"/>
              <a:buNone/>
              <a:defRPr>
                <a:solidFill/>
              </a:defRPr>
            </a:pPr>
            <a:r>
              <a:rPr kumimoji="1" lang="zh-CN" altLang="en-US" sz="2200" dirty="0">
                <a:solidFill/>
              </a:rPr>
              <a:t>Notice comparable fidelity in video despite 5-minute training vs 10-hour baselines. Enables rapid deployment.</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