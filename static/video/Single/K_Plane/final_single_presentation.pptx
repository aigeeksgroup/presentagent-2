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 id="264" r:id="rId4"/>
    <p:sldId id="265"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I'll walk you through our strategic planning framework. We will explore how structured approaches enhance clarity and drive better decision-making across teams. This session aims to align our goals and streamline communication for upcoming quarters. Understanding these foundations is crucial for sustained growth and operational efficiency within the organization. We will examine key metrics and outcomes to ensure everyone remains aligned on priorities throughout this process. Please feel free to interrupt me if you have any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K-Planes model represents d-dimensional scenes using d-choose-2 planes, enabling seamless transitions between static three-dimensional scenes and dynamic four-dimensional volumes. This planar factorization naturally separates static and dynamic components. Instead of a heavy MLP decoder, we employ a linear feature decoder with a learned color basis. This achieves similar performance but offers one thousand times compression compared to a full four-dimensional grid. The diagram illustrates memory complexity scaling across dimensions, showing how grid-based plane decompositions manage efficiency for dynamic volumes.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diagram, the K-Planes method tackles 4D dynamic volumes by decomposing data into six distinct planes, separating pure spatial information from spatiotemporal variations. This strategy significantly reduces computational complexity while preserving dynamic details. The pipeline applies multiscale bilinear interpolation on these planes, combining features using a Hadamard product before decoding and rendering. Through iterative loss minimization, the system ensures the reconstructed volume accurately matches the target scene, offering an efficient balance between speed and fidelity for dynamic representation without sacrificing essential quality.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examine how K-planes handle complexity through space-time decomposition. As shown in the videos, we naturally separate a four-dimensional video into static and dynamic components. By setting time planes to the identity, we render the static background independently, leaving the remainder for dynamic motion. This separation allows us to apply dimension-specific priors easily, balancing fidelity with resource constraints. This grid-based approach manages computational demands across increasing dimensions, ensuring efficient rendering pipelines for complex dynamic volumes without sacrificing visual quality or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present novel view synthesis results for four dimensional dynamic volumes using both hybrid and explicit model architectures. As shown in the videos, both approaches achieve excellent reconstruction quality on multi view scenes, maintaining high visual fidelity despite temporal complexity. The key enabling mechanism is our grid based plane decomposition, which efficiently manages memory scaling from two dimensional images up to four dimensional dynamic data. This ensures feasible resource usage while handling varying appearance states. Ultimately, these strategies confirm we handle spatial and temporal data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our results, we tackle novel view synthesis for four-dimensional dynamic volumes using the challenging D-NeRF dataset. Here, the camera teleports between timesteps, providing only a single view per moment. To handle this, we employ a hybrid model architecture utilizing grid-based plane decompositions, which significantly reduces memory complexity. As you can see in the accompanying videos, this method successfully reconstructs dynamic objects like jumping jacks, balancing accuracy and efficiency where traditional methods often struggle with such sparse, high-dimensional data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demonstrate managing varying appearance in phototourism scenes using appearance codes. Users interpolate these codes within hybrid or explicit models to alter visuals, like changing the time of day, without reconstructing underlying geometry. Crucially, we decouple appearance from geometry, ensuring codes affect only color while structure remains intact as the camera moves. This approach employs grid-based plane decompositions to manage memory complexity efficiently. In the videos, foreground objects appear naturally based on viewpoint rather than lighting changes, proving our method supports dynamic variability without excessive memory costs.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video examples demonstrate successful reconstruction and novel view generation using the LLFF dataset, specifically targeting static forward-facing scenes. Samples include indoor rooms, plants, and object models such as a trex. These results validate our method's effectiveness on real-world captures by demonstrating high-fidelity synthesis across different geometries. While our memory diagram suggests broader dimensional capabilities, this validation focuses strictly on static geometry to ensure robust performance. This highlights the system's strength in stable environment modeling before addressing complex dynamic scenarios.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evaluate our method on static 360-degree scenes using the standard NeRF synthetic dataset, reconstructing diverse objects like ships and chairs from multiple input views. Instead of explicit geometry, we use an MLP to implicitly encode volumetric representations, achieving high-fidelity novel view generation. The diagram illustrates memory complexity scaling across dimensions, from 2D images to 4D dynamic volumes, using grid-based plane decompositions. This confirms our model generalizes well across object types while optimizing resource usage for higher-dimensional scenarios without explicit mesh structures.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all for your time and attention today. We have covered essential design principles necessary for effective presentation creation. I hope the insights shared provide a clear pathway for implementing these methods in your own work. Remember that consistent formatting enhances audience understanding and retention of key messages. Please feel free to reach out if you have further questions or need clarification on specific points discussed. Your engagement throughout this session has been invaluable, and I appreciate the opportunity to share these strategies.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3.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6.mp4"/><Relationship Id="rId3" Type="http://schemas.openxmlformats.org/officeDocument/2006/relationships/video" Target="../media/media6.mp4"/><Relationship Id="rId4" Type="http://schemas.openxmlformats.org/officeDocument/2006/relationships/image" Target="../media/image3.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K-Planes: Radiance Fields</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3f6d00f9_intro_figure.jpg"/>
          <p:cNvPicPr>
            <a:picLocks noChangeAspect="1"/>
          </p:cNvPicPr>
          <p:nvPr/>
        </p:nvPicPr>
        <p:blipFill>
          <a:blip r:embed="rId2"/>
          <a:stretch>
            <a:fillRect/>
          </a:stretch>
        </p:blipFill>
        <p:spPr>
          <a:xfrm>
            <a:off x="5083176" y="1586834"/>
            <a:ext cx="7086600" cy="223653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K-Planes Memory</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Memory Scale Analysis</a:t>
            </a:r>
            <a:endParaRPr kumimoji="1" lang="en-US" altLang="zh-CN" dirty="0"/>
          </a:p>
          <a:p>
            <a:pPr marL="0" indent="0">
              <a:lnSpc>
                <a:spcPct val="150000"/>
              </a:lnSpc>
              <a:buFont typeface="Arial" panose="020B0604020202020204"/>
              <a:buNone/>
              <a:defRPr>
                <a:solidFill/>
              </a:defRPr>
            </a:pPr>
            <a:r>
              <a:rPr kumimoji="1" lang="zh-CN" altLang="en-US" sz="2200" dirty="0">
                <a:solidFill/>
              </a:rPr>
              <a:t>2D-4D scaling via planes. K-Planes: d-choose-2 planes, linear decode, 1000x compression vs grid.</a:t>
            </a:r>
            <a:endParaRPr kumimoji="1" lang="en-US" altLang="zh-CN" sz="22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8df7ad8a_methods_ss.jpg"/>
          <p:cNvPicPr>
            <a:picLocks noChangeAspect="1"/>
          </p:cNvPicPr>
          <p:nvPr/>
        </p:nvPicPr>
        <p:blipFill>
          <a:blip r:embed="rId2"/>
          <a:stretch>
            <a:fillRect/>
          </a:stretch>
        </p:blipFill>
        <p:spPr>
          <a:xfrm>
            <a:off x="5083176" y="1653703"/>
            <a:ext cx="7086600" cy="2102793"/>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K-Planes Method</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Decomposition &amp; Render</a:t>
            </a:r>
            <a:endParaRPr kumimoji="1" lang="en-US" altLang="zh-CN" dirty="0"/>
          </a:p>
          <a:p>
            <a:pPr marL="0" indent="0">
              <a:lnSpc>
                <a:spcPct val="150000"/>
              </a:lnSpc>
              <a:buFont typeface="Arial" panose="020B0604020202020204"/>
              <a:buNone/>
              <a:defRPr>
                <a:solidFill/>
              </a:defRPr>
            </a:pPr>
            <a:r>
              <a:rPr kumimoji="1" lang="zh-CN" altLang="en-US" sz="2200" dirty="0">
                <a:solidFill/>
              </a:rPr>
              <a:t>6-plane split (3 spatial, 3 spatiotemporal). Interpolate, Hadamard product, decode for rendering. Optimized via loss.</a:t>
            </a:r>
            <a:endParaRPr kumimoji="1" lang="en-US" altLang="zh-CN" sz="22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Space-Time Split</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Static &amp; Dynamic Split</a:t>
            </a:r>
            <a:endParaRPr kumimoji="1" lang="en-US" altLang="zh-CN" dirty="0"/>
          </a:p>
          <a:p>
            <a:pPr marL="0" indent="0">
              <a:lnSpc>
                <a:spcPct val="150000"/>
              </a:lnSpc>
              <a:buFont typeface="Arial" panose="020B0604020202020204"/>
              <a:buNone/>
              <a:defRPr>
                <a:solidFill/>
              </a:defRPr>
            </a:pPr>
            <a:r>
              <a:rPr kumimoji="1" lang="zh-CN" altLang="en-US" sz="2200" dirty="0">
                <a:solidFill/>
              </a:rPr>
              <a:t>4D video splits static and dynamic. Identity time planes render static. Remainder is dynamic, enabling dimension priors.</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4D Dynamic Views</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Hybrid &amp; Explicit Models</a:t>
            </a:r>
            <a:endParaRPr kumimoji="1" lang="en-US" altLang="zh-CN" dirty="0"/>
          </a:p>
          <a:p>
            <a:pPr marL="0" indent="0">
              <a:lnSpc>
                <a:spcPct val="150000"/>
              </a:lnSpc>
              <a:buFont typeface="Arial" panose="020B0604020202020204"/>
              <a:buNone/>
              <a:defRPr>
                <a:solidFill/>
              </a:defRPr>
            </a:pPr>
            <a:r>
              <a:rPr kumimoji="1" lang="zh-CN" altLang="en-US" sz="2200" dirty="0">
                <a:solidFill/>
              </a:rPr>
              <a:t>Observe dynamic motion. Models achieve SOTA reconstruction, handling temporal data, maintaining fidelity across views.</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Teleporting Cam</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Dynamic View Synthesis</a:t>
            </a:r>
            <a:endParaRPr kumimoji="1" lang="en-US" altLang="zh-CN" dirty="0"/>
          </a:p>
          <a:p>
            <a:pPr marL="0" indent="0">
              <a:lnSpc>
                <a:spcPct val="150000"/>
              </a:lnSpc>
              <a:buFont typeface="Arial" panose="020B0604020202020204"/>
              <a:buNone/>
              <a:defRPr>
                <a:solidFill/>
              </a:defRPr>
            </a:pPr>
            <a:r>
              <a:rPr kumimoji="1" lang="zh-CN" altLang="en-US" sz="2200" dirty="0">
                <a:solidFill/>
              </a:rPr>
              <a:t>D-NeRF synthesis via monocular teleporting-camera. Smooth reconstruction despite jumping timesteps. Robust 4D handling.</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Appearance Code</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Appearance Decoupling</a:t>
            </a:r>
            <a:endParaRPr kumimoji="1" lang="en-US" altLang="zh-CN" dirty="0"/>
          </a:p>
          <a:p>
            <a:pPr marL="0" indent="0">
              <a:lnSpc>
                <a:spcPct val="150000"/>
              </a:lnSpc>
              <a:buFont typeface="Arial" panose="020B0604020202020204"/>
              <a:buNone/>
              <a:defRPr>
                <a:solidFill/>
              </a:defRPr>
            </a:pPr>
            <a:r>
              <a:rPr kumimoji="1" lang="zh-CN" altLang="en-US" sz="2200" dirty="0">
                <a:solidFill/>
              </a:rPr>
              <a:t>Codes alter color only, geometry fixed. Enables time-of-day changes. Visibility follows camera, maintaining consistency.</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LLFF Scene Recon</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Static Scene Validation</a:t>
            </a:r>
            <a:endParaRPr kumimoji="1" lang="en-US" altLang="zh-CN" dirty="0"/>
          </a:p>
          <a:p>
            <a:pPr marL="0" indent="0">
              <a:lnSpc>
                <a:spcPct val="150000"/>
              </a:lnSpc>
              <a:buFont typeface="Arial" panose="020B0604020202020204"/>
              <a:buNone/>
              <a:defRPr>
                <a:solidFill/>
              </a:defRPr>
            </a:pPr>
            <a:r>
              <a:rPr kumimoji="1" lang="zh-CN" altLang="en-US" sz="2200" dirty="0">
                <a:solidFill/>
              </a:rPr>
              <a:t>Validates static forward-facing reconstruction on LLFF. Video demonstrates novel view synthesis on real-world captures.</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NeRF Static 360</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High-Fidelity Synth</a:t>
            </a:r>
            <a:endParaRPr kumimoji="1" lang="en-US" altLang="zh-CN" dirty="0"/>
          </a:p>
          <a:p>
            <a:pPr marL="0" indent="0">
              <a:lnSpc>
                <a:spcPct val="150000"/>
              </a:lnSpc>
              <a:buFont typeface="Arial" panose="020B0604020202020204"/>
              <a:buNone/>
              <a:defRPr>
                <a:solidFill/>
              </a:defRPr>
            </a:pPr>
            <a:r>
              <a:rPr kumimoji="1" lang="zh-CN" altLang="en-US" sz="2200" dirty="0">
                <a:solidFill/>
              </a:rPr>
              <a:t>Orbiting novel views of synthetic objects. MLPs encode volume implicitly for accurate synthesis, no explicit geometry.</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