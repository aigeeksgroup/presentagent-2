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A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Metric 1</c:v>
                  </c:pt>
                  <c:pt idx="1">
                    <c:v>Metric 2</c:v>
                  </c:pt>
                  <c:pt idx="2">
                    <c:v>Metric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0.61</c:v>
                </c:pt>
                <c:pt idx="2">
                  <c:v>0.48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Metric 1</c:v>
                  </c:pt>
                  <c:pt idx="1">
                    <c:v>Metric 2</c:v>
                  </c:pt>
                  <c:pt idx="2">
                    <c:v>Metric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0.74</c:v>
                </c:pt>
                <c:pt idx="2">
                  <c:v>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all double-brace placeholders. Keep the title concise; split long titles with a line break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preview the arc of the talk, not to list every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gap explicit: what is known, what remains unknown, and why this paper is the right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conference talks, cite clusters and key contrasts. Put full references in backup slides or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research question to a contribution. Avoid more than three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let the audience reconstruct the method at a high level before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precise dataset sizes and evaluation protocol. Put implementation details in backup if too dense.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result slide = one message. The title should state the finding, not just “Results”.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limitations proactively; this increases credibility in academic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final slide as a landing page during Q&amp;A. Add a QR code and contact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F2437"/>
          </a:solidFill>
          <a:ln w="12700">
            <a:solidFill>
              <a:srgbClr val="0F2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{{CONFERENCE_NAME}} · {{SESSION_OR_TRACK}}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6720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{{PAPER_TITLE}}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798064"/>
            <a:ext cx="2743200" cy="0"/>
          </a:xfrm>
          <a:prstGeom prst="line">
            <a:avLst/>
          </a:prstGeom>
          <a:noFill/>
          <a:ln w="31750">
            <a:solidFill>
              <a:srgbClr val="8B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723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{{AUTHOR_NAMES}}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5295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{{AFFILIATIONS}}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{{EMAIL_OR_WEBSITE}}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9281160" y="530352"/>
            <a:ext cx="224028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00032" y="649224"/>
            <a:ext cx="20025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institution / lab logo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18120" y="1847088"/>
            <a:ext cx="361188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965960"/>
            <a:ext cx="337413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visual abstract / key figure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{{DATE}}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647395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conference template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Talk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81328" y="1792224"/>
            <a:ext cx="109728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163677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problem matters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81328" y="2752344"/>
            <a:ext cx="109728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74920" y="259689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 and design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81328" y="3712464"/>
            <a:ext cx="109728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502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74920" y="35570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metrics, baselines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22960" y="4480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81328" y="4672584"/>
            <a:ext cx="109728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74920" y="45171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 and implications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823960" y="1481328"/>
            <a:ext cx="2148840" cy="39776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2832" y="1600200"/>
            <a:ext cx="191109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running thesis statement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{{ONE_SENTENCE_TAKEAWAY}}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research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{{PROBLEM_STATEMENT}}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5303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{{WHY_IT_MATTERS_TO_THE_FIELD}}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{{WHAT_PRIOR_WORK_DOES_NOT_EXPLAIN}}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{{WHAT_NEW_CAPABILITY_OR_EVIDENCE_IS_NEEDED}}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493776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73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framing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20840" y="2121408"/>
            <a:ext cx="1554480" cy="566928"/>
          </a:xfrm>
          <a:prstGeom prst="roundRect">
            <a:avLst>
              <a:gd name="adj" fmla="val 11290"/>
            </a:avLst>
          </a:prstGeom>
          <a:solidFill>
            <a:srgbClr val="EAF1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2304288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41080" y="2121408"/>
            <a:ext cx="1554480" cy="566928"/>
          </a:xfrm>
          <a:prstGeom prst="roundRect">
            <a:avLst>
              <a:gd name="adj" fmla="val 11290"/>
            </a:avLst>
          </a:prstGeom>
          <a:solidFill>
            <a:srgbClr val="F4EFE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2304288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71816" y="3337560"/>
            <a:ext cx="1554480" cy="566928"/>
          </a:xfrm>
          <a:prstGeom prst="roundRect">
            <a:avLst>
              <a:gd name="adj" fmla="val 11290"/>
            </a:avLst>
          </a:prstGeom>
          <a:solidFill>
            <a:srgbClr val="E9F5F4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352044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83880" y="2404872"/>
            <a:ext cx="45720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25712" y="2697480"/>
            <a:ext cx="-457200" cy="64008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2697480"/>
            <a:ext cx="502920" cy="64008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99516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{{GAP_OR_HYPOTHESIS}}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635240" y="5084064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EAF1F7"/>
          </a:solidFill>
          <a:ln w="12700">
            <a:solidFill>
              <a:srgbClr val="EAF1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5166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1 figure or 3 bullets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Positioning in the literature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name only the most relevant clusters, not an exhaustive bibliography.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880360" cy="29718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28800"/>
            <a:ext cx="2880360" cy="475488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965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{{KEY_PRIOR_WORK_A}}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{{LIMITATION_A}}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1440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citations: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Year]; [Author, Year]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2880360" cy="29718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1828800"/>
            <a:ext cx="2880360" cy="47548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965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78608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{{KEY_PRIOR_WORK_B}}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{{LIMITATION_B}}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66344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citations: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Year]; [Author, Year]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2880360" cy="29718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828800"/>
            <a:ext cx="2880360" cy="475488"/>
          </a:xfrm>
          <a:prstGeom prst="rect">
            <a:avLst/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1965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2578608"/>
            <a:ext cx="23317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{{KEY_PRIOR_WORK_C}}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{{LIMITATION_C}}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41248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citations: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[Author, Year]; [Author, Year]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5184648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0F2437"/>
          </a:solidFill>
          <a:ln w="12700">
            <a:solidFill>
              <a:srgbClr val="0F24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5349240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paper: {{YOUR_DISTINCTIVE_ANGLE_OR_CONTRIBUTION}}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CONTRIBUTIONS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 and claims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Contributions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{{PRIMARY_RESEARCH_QUESTION}}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{{SECONDARY_RESEARCH_QUESTION}}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{{OPTIONAL_EXTENSION_QUESTION}}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46520" y="1901952"/>
            <a:ext cx="310896" cy="31089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88820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{{METHOD_OR_THEORY_CONTRIBUTION}}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310896" cy="310896"/>
          </a:xfrm>
          <a:prstGeom prst="ellipse">
            <a:avLst/>
          </a:prstGeom>
          <a:solidFill>
            <a:srgbClr val="3B817F"/>
          </a:solidFill>
          <a:ln w="12700">
            <a:solidFill>
              <a:srgbClr val="3B81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830068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903720" y="27614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{{EMPIRICAL_RESULT_CONTRIBUTION}}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446520" y="3584448"/>
            <a:ext cx="310896" cy="31089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671316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903720" y="36027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{{RESOURCE_OR_PRACTICAL_CONTRIBUTION}}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1371600" y="5074920"/>
            <a:ext cx="94183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FD2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0472" y="5193792"/>
            <a:ext cx="9180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thesis / claim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{{CENTRAL_CLAIM}}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{{METHOD_NAME_OR_MODEL_FAMILY}}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20848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94560"/>
            <a:ext cx="2084832" cy="384048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2257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024128" y="286207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{{DATA_OR_SIGNAL}}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3227832" y="2953512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11880" y="2194560"/>
            <a:ext cx="20848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194560"/>
            <a:ext cx="2084832" cy="38404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232257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813048" y="286207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{{CORE_OPERATION}}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2194560"/>
            <a:ext cx="20848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194560"/>
            <a:ext cx="2084832" cy="384048"/>
          </a:xfrm>
          <a:prstGeom prst="rect">
            <a:avLst/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232257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601968" y="286207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{{MODEL_OR_ANALYSIS}}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8805672" y="2953512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2194560"/>
            <a:ext cx="20848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194560"/>
            <a:ext cx="2084832" cy="384048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232257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9390888" y="286207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{{PREDICTION_OR_ESTIMATE}}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594360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design choices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892040"/>
            <a:ext cx="8961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{{ASSUMPTION_OR_INDUCTIVE_BIAS}}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{{OPTIMIZATION_OR_ESTIMATION_DETAIL}}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{{WHAT_MAKES_IT_DIFFERENT}}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Data, metrics, and baselines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65960"/>
            <a:ext cx="1234440" cy="530352"/>
          </a:xfrm>
          <a:prstGeom prst="rect">
            <a:avLst/>
          </a:prstGeom>
          <a:solidFill>
            <a:srgbClr val="EAF1F7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3055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011680" y="213055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{{DATASET_NAME}} / {{N_SAMPLES}} / {{SPLIT}}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94360" y="2496312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96312"/>
            <a:ext cx="1234440" cy="530352"/>
          </a:xfrm>
          <a:prstGeom prst="rect">
            <a:avLst/>
          </a:prstGeom>
          <a:solidFill>
            <a:srgbClr val="F4EFE6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609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011680" y="266090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{{PRIMARY_METRIC}}; {{SECONDARY_METRIC}}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94360" y="3026664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026664"/>
            <a:ext cx="1234440" cy="530352"/>
          </a:xfrm>
          <a:prstGeom prst="rect">
            <a:avLst/>
          </a:prstGeom>
          <a:solidFill>
            <a:srgbClr val="EAF1F7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19125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011680" y="319125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{{BASELINE_1}}, {{BASELINE_2}}, {{BASELINE_3}}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94360" y="3557016"/>
            <a:ext cx="5349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557016"/>
            <a:ext cx="1234440" cy="530352"/>
          </a:xfrm>
          <a:prstGeom prst="rect">
            <a:avLst/>
          </a:prstGeom>
          <a:solidFill>
            <a:srgbClr val="F4EFE6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7216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011680" y="37216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{{CROSS_VALIDATION_OR_ABLATION_PROTOCOL}}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629400" y="1600200"/>
            <a:ext cx="42519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1719072"/>
            <a:ext cx="40142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dataset schematic / cohort flow / task example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&amp; validity checks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4315968"/>
            <a:ext cx="37947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{{CONTROL_1}}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{{CONTROL_2}}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{{ROBUSTNESS_CHECK}}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629400" y="5550408"/>
            <a:ext cx="109728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552297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claim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7708392" y="5550408"/>
            <a:ext cx="109728" cy="109728"/>
          </a:xfrm>
          <a:prstGeom prst="rect">
            <a:avLst/>
          </a:prstGeom>
          <a:solidFill>
            <a:srgbClr val="3B817F"/>
          </a:solidFill>
          <a:ln w="12700">
            <a:solidFill>
              <a:srgbClr val="3B81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2984" y="552297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8787384" y="5550408"/>
            <a:ext cx="109728" cy="109728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51976" y="552297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</a:t>
            </a:r>
            <a:endParaRPr lang="en-US" sz="6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finding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{{PRIMARY_RESULT_CLAIM}}</a:t>
            </a:r>
            <a:endParaRPr lang="en-US" sz="2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947672"/>
          <a:ext cx="58064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28523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real plot exported from your analysis. Keep one dominant result per slide.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7086600" y="1874520"/>
            <a:ext cx="40690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920" y="208483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size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82396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81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{{+X.X%}}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086600" y="3063240"/>
            <a:ext cx="40690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33101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360920" y="3611880"/>
            <a:ext cx="33375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{{WHAT_RESULT_SHOWS}}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{{WHY_RESULT_IS_SURPRISING_OR_IMPORTANT}}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8B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4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Implications, limits, and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828800" cy="0"/>
          </a:xfrm>
          <a:prstGeom prst="line">
            <a:avLst/>
          </a:prstGeom>
          <a:noFill/>
          <a:ln w="254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731520" y="1755648"/>
            <a:ext cx="2971800" cy="31546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55648"/>
            <a:ext cx="2971800" cy="502920"/>
          </a:xfrm>
          <a:prstGeom prst="rect">
            <a:avLst/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9202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{{INTERPRETATION_FOR_THE_FIELD}}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62272" y="1755648"/>
            <a:ext cx="2971800" cy="31546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1755648"/>
            <a:ext cx="297180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conditions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26974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{{LIMITATIONS_AND_FAILURE_CASES}}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3024" y="1755648"/>
            <a:ext cx="2971800" cy="31546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755648"/>
            <a:ext cx="2971800" cy="502920"/>
          </a:xfrm>
          <a:prstGeom prst="rect">
            <a:avLst/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9202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67344" y="26974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{{NEXT_EXPERIMENT_OR_EXTENSION}}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94560" y="5303520"/>
            <a:ext cx="7818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FD2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13432" y="5422392"/>
            <a:ext cx="7580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take-home comparison or conceptual diagram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{{FINAL_TAKEAWAY_IN_ONE_SENTENCE}}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2103120" cy="0"/>
          </a:xfrm>
          <a:prstGeom prst="line">
            <a:avLst/>
          </a:prstGeom>
          <a:noFill/>
          <a:ln w="30480">
            <a:solidFill>
              <a:srgbClr val="8B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E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{{EMAIL}}  ·  {{WEBSITE_OR_GITHUB}}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{{ACKNOWLEDGEMENTS_OR_GRANT_INFO}}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32520" y="123444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51392" y="1353312"/>
            <a:ext cx="17282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 / project link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3886200"/>
            <a:ext cx="38404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4005072"/>
            <a:ext cx="36027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final figure / lab logo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7260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4EF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slide 10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Conference Presentation Template</dc:title>
  <dc:subject>Academic conference presentation template</dc:subject>
  <dc:creator>OpenAI - generated template</dc:creator>
  <cp:lastModifiedBy>OpenAI - generated template</cp:lastModifiedBy>
  <cp:revision>1</cp:revision>
  <dcterms:created xsi:type="dcterms:W3CDTF">2026-04-27T18:30:38Z</dcterms:created>
  <dcterms:modified xsi:type="dcterms:W3CDTF">2026-04-27T18:30:38Z</dcterms:modified>
</cp:coreProperties>
</file>